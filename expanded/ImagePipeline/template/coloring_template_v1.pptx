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47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ja-JP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27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7011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14236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300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73520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3127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976725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49071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7261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95527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9909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ja-JP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5D21D4-2BC2-4CD6-A998-53A5C1E8A5C7}" type="datetimeFigureOut">
              <a:rPr kumimoji="1" lang="ja-JP" altLang="en-US" smtClean="0"/>
              <a:t>2026/10/5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D6176B-3451-4C5C-BC26-94BA876F1D4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4584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310285-25FC-D5CD-38F1-57AAEE375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1252" y="5624187"/>
            <a:ext cx="883084" cy="8830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B4A447C-EF30-56B5-3726-29866487A4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06" y="350729"/>
            <a:ext cx="883084" cy="8830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5DF7DA0-D437-BF79-B1EC-58C280D897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010" y="350729"/>
            <a:ext cx="883084" cy="8830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99EE03-0FD2-085D-E4E8-07531EBC29C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68010" y="5624187"/>
            <a:ext cx="883084" cy="883084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5CDF0F84-E191-05EB-95F2-E1C97265991F}"/>
              </a:ext>
            </a:extLst>
          </p:cNvPr>
          <p:cNvSpPr/>
          <p:nvPr/>
        </p:nvSpPr>
        <p:spPr>
          <a:xfrm>
            <a:off x="1940490" y="1476505"/>
            <a:ext cx="6025019" cy="3904989"/>
          </a:xfrm>
          <a:prstGeom prst="rect">
            <a:avLst/>
          </a:prstGeom>
          <a:noFill/>
          <a:ln w="9525" cap="flat" cmpd="sng" algn="ctr">
            <a:solidFill>
              <a:schemeClr val="bg2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3896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12</TotalTime>
  <Words>0</Words>
  <Application>Microsoft Office PowerPoint</Application>
  <PresentationFormat>A4 Paper (210x297 mm)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Sano Hinaho</dc:creator>
  <cp:lastModifiedBy>Sano Hinaho</cp:lastModifiedBy>
  <cp:revision>1</cp:revision>
  <dcterms:created xsi:type="dcterms:W3CDTF">2026-10-04T16:22:24Z</dcterms:created>
  <dcterms:modified xsi:type="dcterms:W3CDTF">2026-10-04T16:35:11Z</dcterms:modified>
</cp:coreProperties>
</file>